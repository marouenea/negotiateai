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32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"Most people never negotiate their salary — and over a career, that silence costs them over half a million dollars. NegotiateAI gives everyone the tools of an expert negotiator."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"You start by entering your offer. Role, city, years of experience, and your current salary. That's all it needs — in seconds."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"You can also add equity, signing bonus, and relocation details. The more you add, the sharper the analysis."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"This is the moment of truth. The AI tells you exactly how underpaid you are — $65,875 a year, $329,000 over five years. The visual makes it impossible to ignore."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"Now you practice. The AI plays the hiring manager — realistic pushback, real concessions. And the coach panel on the right scores every single response. A 3 out of 10 here — watch it rewrite the message for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"Finally — your script. Target $169K, fallback $132K, confidence 85%. Word for word what to say. And you can hear it read back to you before your real negotiation call."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"Today — Python, Streamlit, Gemini. Next — voice mode and on-chain proofs. We're helping people get what they deserve.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502920"/>
            <a:ext cx="2743200" cy="320040"/>
          </a:xfrm>
          <a:prstGeom prst="rect">
            <a:avLst/>
          </a:prstGeom>
          <a:solidFill>
            <a:srgbClr val="0A1F12"/>
          </a:solidFill>
          <a:ln w="10160">
            <a:solidFill>
              <a:srgbClr val="00A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Hackathon Demo — v3.0 Full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Negotiate</a:t>
            </a:r>
            <a:r>
              <a:rPr lang="en-US" sz="72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salary negotiation coach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worth · Practice your pitch · Get your script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13716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3822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NEGOTIATE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03320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$7,500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3822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ON TABLE / YR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$500K+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0" y="3822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COST OF SILENCE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 your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details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role, location, experience, and the salary offered. NegotiateAI calculates exactly where you stand in the market.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" y="2788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Location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" y="2971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exact job title and city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544" y="33375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+ 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3544" y="3520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 and company type affect your range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365760"/>
            <a:ext cx="4572000" cy="4434840"/>
          </a:xfrm>
          <a:prstGeom prst="rect">
            <a:avLst/>
          </a:prstGeom>
          <a:solidFill>
            <a:srgbClr val="111820"/>
          </a:solidFill>
          <a:ln w="10160">
            <a:solidFill>
              <a:srgbClr val="1E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594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Offer Details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0515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0" y="1252728"/>
            <a:ext cx="393192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2527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8013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2002536"/>
            <a:ext cx="393192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02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55117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2752344"/>
            <a:ext cx="393192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7523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3009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OFFER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3502152"/>
            <a:ext cx="3931920" cy="347472"/>
          </a:xfrm>
          <a:prstGeom prst="rect">
            <a:avLst/>
          </a:prstGeom>
          <a:solidFill>
            <a:srgbClr val="0D1117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02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$95,000 / year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CONTINUED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your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compensation picture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signing bonus, equity, relocation, and annual bonus — NegotiateAI builds your full total compensation package, not just base salary.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337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36758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SECTIONS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329184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3337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76272" y="36758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43400" y="365760"/>
            <a:ext cx="4572000" cy="4434840"/>
          </a:xfrm>
          <a:prstGeom prst="rect">
            <a:avLst/>
          </a:prstGeom>
          <a:solidFill>
            <a:srgbClr val="111820"/>
          </a:solidFill>
          <a:ln w="10160">
            <a:solidFill>
              <a:srgbClr val="1E2A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594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Compensation Breakdown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097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353312"/>
            <a:ext cx="3931920" cy="128016"/>
          </a:xfrm>
          <a:prstGeom prst="rect">
            <a:avLst/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353312"/>
            <a:ext cx="2437790" cy="12801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847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Bonus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8470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103120"/>
            <a:ext cx="3931920" cy="128016"/>
          </a:xfrm>
          <a:prstGeom prst="rect">
            <a:avLst/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103120"/>
            <a:ext cx="393192" cy="128016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5968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Bonus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5968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52928"/>
            <a:ext cx="3931920" cy="128016"/>
          </a:xfrm>
          <a:prstGeom prst="rect">
            <a:avLst/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852928"/>
            <a:ext cx="31455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3467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(vested/yr)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3467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602736"/>
            <a:ext cx="3931920" cy="128016"/>
          </a:xfrm>
          <a:prstGeom prst="rect">
            <a:avLst/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602736"/>
            <a:ext cx="786384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 $152,000 / year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analysis —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verdict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NegotiateAI compares your offer against real market data — P25, median, and P75 salary benchmarks for your exact role and location.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154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34930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MEDIAN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310896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3154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r>
              <a:rPr lang="en-US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65,875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76272" y="34930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YEAR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$329K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6072" y="43159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 YEARS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"/>
            <a:ext cx="4572000" cy="4434840"/>
          </a:xfrm>
          <a:prstGeom prst="rect">
            <a:avLst/>
          </a:prstGeom>
          <a:solidFill>
            <a:srgbClr val="111820"/>
          </a:solidFill>
          <a:ln w="10160">
            <a:solidFill>
              <a:srgbClr val="1E2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594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 Salary Range — Senior SWE, San Francisco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200400" cy="640080"/>
          </a:xfrm>
          <a:prstGeom prst="rect">
            <a:avLst/>
          </a:prstGeom>
          <a:solidFill>
            <a:srgbClr val="0A2E18"/>
          </a:solidFill>
          <a:ln w="7620">
            <a:solidFill>
              <a:srgbClr val="00A8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005840"/>
            <a:ext cx="1234440" cy="640080"/>
          </a:xfrm>
          <a:prstGeom prst="rect">
            <a:avLst/>
          </a:prstGeom>
          <a:solidFill>
            <a:srgbClr val="2E0A0A"/>
          </a:solidFill>
          <a:ln w="12700">
            <a:solidFill>
              <a:srgbClr val="2E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032" y="914400"/>
            <a:ext cx="36576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901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3212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1901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$161K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901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1762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Your offer: $95K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zone shows your offer. The green zone is where you should be.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4114800" cy="777240"/>
          </a:xfrm>
          <a:prstGeom prst="rect">
            <a:avLst/>
          </a:prstGeom>
          <a:solidFill>
            <a:srgbClr val="2E1A0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46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You are leaving $65,875 / year on the table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$329,375 over the next 5 years if you don't negotiate.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with an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hiring manager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hiring manager simulation powered by Gemini. Every response is scored 1–10 by the AI Coach — mistakes flagged and a better version written for you.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🎙️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" y="3017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" y="32004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responses — ElevenLabs reads back the hiring manager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544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3544" y="3794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+ mistake analysis + improved version on every turn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365760"/>
            <a:ext cx="4572000" cy="4434840"/>
          </a:xfrm>
          <a:prstGeom prst="rect">
            <a:avLst/>
          </a:prstGeom>
          <a:solidFill>
            <a:srgbClr val="111820"/>
          </a:solidFill>
          <a:ln w="10160">
            <a:solidFill>
              <a:srgbClr val="1E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566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Live Negotiation Simulation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114800" cy="713232"/>
          </a:xfrm>
          <a:prstGeom prst="rect">
            <a:avLst/>
          </a:prstGeom>
          <a:solidFill>
            <a:srgbClr val="1A2535"/>
          </a:solidFill>
          <a:ln w="6350">
            <a:solidFill>
              <a:srgbClr val="1E2A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05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Hiring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12161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offer $95K. That's our standard range for this level.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4114800" cy="713232"/>
          </a:xfrm>
          <a:prstGeom prst="rect">
            <a:avLst/>
          </a:prstGeom>
          <a:solidFill>
            <a:srgbClr val="0A1F2E"/>
          </a:solidFill>
          <a:ln w="6350">
            <a:solidFill>
              <a:srgbClr val="1E2A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You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2130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my research, market rate is $155-165K. I was hoping for $160K.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788920"/>
            <a:ext cx="4114800" cy="713232"/>
          </a:xfrm>
          <a:prstGeom prst="rect">
            <a:avLst/>
          </a:prstGeom>
          <a:solidFill>
            <a:srgbClr val="1A2535"/>
          </a:solidFill>
          <a:ln w="6350">
            <a:solidFill>
              <a:srgbClr val="1E2A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34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Hiring Manager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0449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higher than our band. Could you do $105K?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749040"/>
            <a:ext cx="4114800" cy="804672"/>
          </a:xfrm>
          <a:prstGeom prst="rect">
            <a:avLst/>
          </a:prstGeom>
          <a:solidFill>
            <a:srgbClr val="0A1A0A"/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221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AI Coach Score: 3/10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050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"I'm targeting $160K based on P75 market data for this role. Is there flexibility?"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personalized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negotiation script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simulation, NegotiateAI generates a word-for-word script tailored to your profile — with a target number, a fallback, and a confidence score.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$169K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ASK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3200400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$132K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76272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4041648"/>
            <a:ext cx="1417320" cy="685800"/>
          </a:xfrm>
          <a:prstGeom prst="rect">
            <a:avLst/>
          </a:prstGeom>
          <a:solidFill>
            <a:srgbClr val="111820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4087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76072" y="44256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"/>
            <a:ext cx="4572000" cy="4434840"/>
          </a:xfrm>
          <a:prstGeom prst="rect">
            <a:avLst/>
          </a:prstGeom>
          <a:solidFill>
            <a:srgbClr val="111820"/>
          </a:solidFill>
          <a:ln w="10160">
            <a:solidFill>
              <a:srgbClr val="1E2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594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Your Negotiation 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114800" cy="914400"/>
          </a:xfrm>
          <a:prstGeom prst="rect">
            <a:avLst/>
          </a:prstGeom>
          <a:solidFill>
            <a:srgbClr val="111820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0584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607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126187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very excited about this role. Based on my research and experience, I was expecting something closer to $169K. Is there flexibility there?"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057400"/>
            <a:ext cx="4114800" cy="914400"/>
          </a:xfrm>
          <a:prstGeom prst="rect">
            <a:avLst/>
          </a:prstGeom>
          <a:solidFill>
            <a:srgbClr val="111820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05740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1122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PUSH BACK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23134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understand budget constraints. I'd be comfortable at $155K with a 90-day review built into the offer."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4114800" cy="914400"/>
          </a:xfrm>
          <a:prstGeom prst="rect">
            <a:avLst/>
          </a:prstGeom>
          <a:solidFill>
            <a:srgbClr val="111820"/>
          </a:solidFill>
          <a:ln w="7620">
            <a:solidFill>
              <a:srgbClr val="1E2A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1089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163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9160" y="33649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minimum to make this work is $132K. Is that achievable?"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Hit "Hear Your Script" to listen via ElevenLabs before your real call.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F4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Helping people get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8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deserve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million people enter the workforce every year.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NegotiateAI is how they stop leaving money on the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828800" cy="1783080"/>
          </a:xfrm>
          <a:prstGeom prst="rect">
            <a:avLst/>
          </a:prstGeom>
          <a:solidFill>
            <a:srgbClr val="111820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1985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hiring manager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coaching engine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1828800" cy="1783080"/>
          </a:xfrm>
          <a:prstGeom prst="rect">
            <a:avLst/>
          </a:prstGeom>
          <a:solidFill>
            <a:srgbClr val="111820"/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9748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341985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practice, hear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 read 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51760"/>
            <a:ext cx="1828800" cy="1783080"/>
          </a:xfrm>
          <a:prstGeom prst="rect">
            <a:avLst/>
          </a:prstGeom>
          <a:solidFill>
            <a:srgbClr val="11182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⛓️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Blockchain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41985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session proofs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coming next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651760"/>
            <a:ext cx="1828800" cy="1783080"/>
          </a:xfrm>
          <a:prstGeom prst="rect">
            <a:avLst/>
          </a:prstGeom>
          <a:solidFill>
            <a:srgbClr val="111820"/>
          </a:solidFill>
          <a:ln w="10160">
            <a:solidFill>
              <a:srgbClr val="00A8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🍃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3127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341985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 +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Python · Streamlit · Gemini AI · ElevenLabs     |     Next: Voice mode · On-chain proofs · Mobile 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911</Words>
  <Application>Microsoft Office PowerPoint</Application>
  <PresentationFormat>On-screen Show (16:9)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NegotiateAI</dc:title>
  <dc:subject>PptxGenJS Presentation</dc:subject>
  <dc:creator>PptxGenJS</dc:creator>
  <cp:lastModifiedBy>Sara Mezuraj</cp:lastModifiedBy>
  <cp:revision>5</cp:revision>
  <dcterms:created xsi:type="dcterms:W3CDTF">2026-03-29T15:55:19Z</dcterms:created>
  <dcterms:modified xsi:type="dcterms:W3CDTF">2026-03-29T15:57:51Z</dcterms:modified>
</cp:coreProperties>
</file>